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10"/>
  </p:notesMasterIdLst>
  <p:sldIdLst>
    <p:sldId id="259" r:id="rId4"/>
    <p:sldId id="261" r:id="rId5"/>
    <p:sldId id="262" r:id="rId6"/>
    <p:sldId id="263" r:id="rId7"/>
    <p:sldId id="264" r:id="rId8"/>
    <p:sldId id="266" r:id="rId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p:scale>
          <a:sx n="100" d="100"/>
          <a:sy n="100" d="100"/>
        </p:scale>
        <p:origin x="232" y="2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A9EAE4-453C-416F-86CE-46D82CF7EBB6}"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A876EE-492C-4CC6-BFDA-8FA90F2E810A}"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54878768-2B4A-4D3C-8E3F-E6A121215FA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2515919-0312-4D47-8BFA-E7C69EF71344}"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54878768-2B4A-4D3C-8E3F-E6A121215FA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2515919-0312-4D47-8BFA-E7C69EF7134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4878768-2B4A-4D3C-8E3F-E6A121215FA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2515919-0312-4D47-8BFA-E7C69EF7134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54878768-2B4A-4D3C-8E3F-E6A121215FA1}"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2515919-0312-4D47-8BFA-E7C69EF7134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54878768-2B4A-4D3C-8E3F-E6A121215FA1}"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2515919-0312-4D47-8BFA-E7C69EF7134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4878768-2B4A-4D3C-8E3F-E6A121215FA1}"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2515919-0312-4D47-8BFA-E7C69EF7134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4878768-2B4A-4D3C-8E3F-E6A121215FA1}"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2515919-0312-4D47-8BFA-E7C69EF7134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4878768-2B4A-4D3C-8E3F-E6A121215FA1}"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2515919-0312-4D47-8BFA-E7C69EF71344}"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4878768-2B4A-4D3C-8E3F-E6A121215FA1}"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2515919-0312-4D47-8BFA-E7C69EF7134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54878768-2B4A-4D3C-8E3F-E6A121215FA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2515919-0312-4D47-8BFA-E7C69EF71344}"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54878768-2B4A-4D3C-8E3F-E6A121215FA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2515919-0312-4D47-8BFA-E7C69EF71344}"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p:cSld name="1_标题幻灯片">
    <p:spTree>
      <p:nvGrpSpPr>
        <p:cNvPr id="1" name=""/>
        <p:cNvGrpSpPr/>
        <p:nvPr/>
      </p:nvGrpSpPr>
      <p:grpSpPr>
        <a:xfrm>
          <a:off x="0" y="0"/>
          <a:ext cx="0" cy="0"/>
          <a:chOff x="0" y="0"/>
          <a:chExt cx="0" cy="0"/>
        </a:xfrm>
      </p:grpSpPr>
      <p:pic>
        <p:nvPicPr>
          <p:cNvPr id="1102" name="OfficePLUSCoverBackgroundShape"/>
          <p:cNvPicPr>
            <a:picLocks noChangeAspect="1"/>
          </p:cNvPicPr>
          <p:nvPr/>
        </p:nvPicPr>
        <p:blipFill>
          <a:blip r:embed="rId2"/>
          <a:stretch>
            <a:fillRect/>
          </a:stretch>
        </p:blipFill>
        <p:spPr>
          <a:xfrm>
            <a:off x="0" y="3037350"/>
            <a:ext cx="7930836" cy="3820649"/>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showMasterSp="0">
  <p:cSld name="标题幻灯片">
    <p:spTree>
      <p:nvGrpSpPr>
        <p:cNvPr id="1" name=""/>
        <p:cNvGrpSpPr/>
        <p:nvPr/>
      </p:nvGrpSpPr>
      <p:grpSpPr>
        <a:xfrm>
          <a:off x="0" y="0"/>
          <a:ext cx="0" cy="0"/>
          <a:chOff x="0" y="0"/>
          <a:chExt cx="0" cy="0"/>
        </a:xfrm>
      </p:grpSpPr>
      <p:pic>
        <p:nvPicPr>
          <p:cNvPr id="1102" name="Picture 1101"/>
          <p:cNvPicPr>
            <a:picLocks noChangeAspect="1"/>
          </p:cNvPicPr>
          <p:nvPr/>
        </p:nvPicPr>
        <p:blipFill>
          <a:blip r:embed="rId2"/>
          <a:stretch>
            <a:fillRect/>
          </a:stretch>
        </p:blipFill>
        <p:spPr>
          <a:xfrm>
            <a:off x="0" y="3037350"/>
            <a:ext cx="7930836" cy="3820649"/>
          </a:xfrm>
          <a:prstGeom prst="rect">
            <a:avLst/>
          </a:prstGeom>
        </p:spPr>
      </p:pic>
      <p:sp>
        <p:nvSpPr>
          <p:cNvPr id="9801" name="Subtitle 9800"/>
          <p:cNvSpPr>
            <a:spLocks noGrp="1"/>
          </p:cNvSpPr>
          <p:nvPr>
            <p:ph type="subTitle" idx="1"/>
          </p:nvPr>
        </p:nvSpPr>
        <p:spPr>
          <a:xfrm>
            <a:off x="669925" y="3079043"/>
            <a:ext cx="10850563" cy="475132"/>
          </a:xfrm>
        </p:spPr>
        <p:txBody>
          <a:bodyPr anchor="ctr">
            <a:normAutofit/>
          </a:bodyPr>
          <a:lstStyle>
            <a:lvl1pPr marL="0" indent="0" algn="r">
              <a:buNone/>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dirty="0"/>
          </a:p>
        </p:txBody>
      </p:sp>
      <p:sp>
        <p:nvSpPr>
          <p:cNvPr id="9802" name="Title 9801"/>
          <p:cNvSpPr>
            <a:spLocks noGrp="1"/>
          </p:cNvSpPr>
          <p:nvPr>
            <p:ph type="ctrTitle"/>
          </p:nvPr>
        </p:nvSpPr>
        <p:spPr>
          <a:xfrm>
            <a:off x="669926" y="2321170"/>
            <a:ext cx="10850562" cy="749082"/>
          </a:xfrm>
        </p:spPr>
        <p:txBody>
          <a:bodyPr anchor="ctr">
            <a:normAutofit/>
          </a:bodyPr>
          <a:lstStyle>
            <a:lvl1pPr algn="r">
              <a:defRPr sz="3600" b="1">
                <a:solidFill>
                  <a:schemeClr val="tx1"/>
                </a:solidFill>
              </a:defRPr>
            </a:lvl1pPr>
          </a:lstStyle>
          <a:p>
            <a:r>
              <a:rPr lang="zh-CN" altLang="en-US"/>
              <a:t>单击此处编辑母版标题样式</a:t>
            </a:r>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p:cSld name="节标题">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6495" y="0"/>
            <a:ext cx="11473992" cy="2693989"/>
          </a:xfrm>
          <a:prstGeom prst="rect">
            <a:avLst/>
          </a:prstGeom>
        </p:spPr>
      </p:pic>
      <p:sp>
        <p:nvSpPr>
          <p:cNvPr id="20" name="Title 19"/>
          <p:cNvSpPr>
            <a:spLocks noGrp="1"/>
          </p:cNvSpPr>
          <p:nvPr>
            <p:ph type="title" hasCustomPrompt="1"/>
          </p:nvPr>
        </p:nvSpPr>
        <p:spPr>
          <a:xfrm>
            <a:off x="669924" y="2927838"/>
            <a:ext cx="10850564" cy="501162"/>
          </a:xfrm>
          <a:noFill/>
        </p:spPr>
        <p:txBody>
          <a:bodyPr anchor="ctr">
            <a:normAutofit/>
          </a:bodyPr>
          <a:lstStyle>
            <a:lvl1pPr>
              <a:defRPr sz="2400" b="1">
                <a:solidFill>
                  <a:schemeClr val="tx1"/>
                </a:solidFill>
              </a:defRPr>
            </a:lvl1pPr>
          </a:lstStyle>
          <a:p>
            <a:r>
              <a:rPr lang="zh-CN" altLang="en-US" dirty="0"/>
              <a:t>单击此处添加幻灯片章节标题</a:t>
            </a:r>
            <a:endParaRPr lang="zh-CN" altLang="en-US" dirty="0"/>
          </a:p>
        </p:txBody>
      </p:sp>
      <p:sp>
        <p:nvSpPr>
          <p:cNvPr id="21" name="Text Placeholder 20"/>
          <p:cNvSpPr>
            <a:spLocks noGrp="1"/>
          </p:cNvSpPr>
          <p:nvPr>
            <p:ph type="body" idx="1"/>
          </p:nvPr>
        </p:nvSpPr>
        <p:spPr>
          <a:xfrm>
            <a:off x="669924" y="3472000"/>
            <a:ext cx="10850564" cy="1082874"/>
          </a:xfrm>
          <a:noFill/>
        </p:spPr>
        <p:txBody>
          <a:bodyPr anchor="t">
            <a:normAutofit/>
          </a:bodyPr>
          <a:lstStyle>
            <a:lvl1pPr marL="0" indent="0">
              <a:lnSpc>
                <a:spcPct val="150000"/>
              </a:lnSpc>
              <a:spcBef>
                <a:spcPts val="0"/>
              </a:spcBef>
              <a:buNone/>
              <a:defRPr sz="12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cxnSp>
        <p:nvCxnSpPr>
          <p:cNvPr id="3" name="Straight Connector 2"/>
          <p:cNvCxnSpPr/>
          <p:nvPr/>
        </p:nvCxnSpPr>
        <p:spPr>
          <a:xfrm>
            <a:off x="669925" y="3471306"/>
            <a:ext cx="1085056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p>
            <a:fld id="{54878768-2B4A-4D3C-8E3F-E6A121215FA1}"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2515919-0312-4D47-8BFA-E7C69EF71344}" type="slidenum">
              <a:rPr lang="zh-CN" altLang="en-US" smtClean="0"/>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zh-CN" altLang="en-US"/>
          </a:p>
        </p:txBody>
      </p:sp>
      <p:sp>
        <p:nvSpPr>
          <p:cNvPr id="3"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Date Placeholder 3"/>
          <p:cNvSpPr>
            <a:spLocks noGrp="1"/>
          </p:cNvSpPr>
          <p:nvPr>
            <p:ph type="dt" sz="half" idx="10"/>
          </p:nvPr>
        </p:nvSpPr>
        <p:spPr/>
        <p:txBody>
          <a:bodyPr/>
          <a:lstStyle/>
          <a:p>
            <a:fld id="{54878768-2B4A-4D3C-8E3F-E6A121215FA1}"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2515919-0312-4D47-8BFA-E7C69EF7134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zh-CN" altLang="en-US"/>
          </a:p>
        </p:txBody>
      </p:sp>
      <p:sp>
        <p:nvSpPr>
          <p:cNvPr id="3" name="Date Placeholder 2"/>
          <p:cNvSpPr>
            <a:spLocks noGrp="1"/>
          </p:cNvSpPr>
          <p:nvPr>
            <p:ph type="dt" sz="half" idx="10"/>
          </p:nvPr>
        </p:nvSpPr>
        <p:spPr/>
        <p:txBody>
          <a:bodyPr/>
          <a:lstStyle/>
          <a:p>
            <a:fld id="{54878768-2B4A-4D3C-8E3F-E6A121215FA1}"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92515919-0312-4D47-8BFA-E7C69EF71344}"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showMasterSp="0">
  <p:cSld name="末尾幻灯片">
    <p:spTree>
      <p:nvGrpSpPr>
        <p:cNvPr id="1" name=""/>
        <p:cNvGrpSpPr/>
        <p:nvPr/>
      </p:nvGrpSpPr>
      <p:grpSpPr>
        <a:xfrm>
          <a:off x="0" y="0"/>
          <a:ext cx="0" cy="0"/>
          <a:chOff x="0" y="0"/>
          <a:chExt cx="0" cy="0"/>
        </a:xfrm>
      </p:grpSpPr>
      <p:pic>
        <p:nvPicPr>
          <p:cNvPr id="1129" name="Picture 1128"/>
          <p:cNvPicPr>
            <a:picLocks noChangeAspect="1"/>
          </p:cNvPicPr>
          <p:nvPr/>
        </p:nvPicPr>
        <p:blipFill>
          <a:blip r:embed="rId2"/>
          <a:stretch>
            <a:fillRect/>
          </a:stretch>
        </p:blipFill>
        <p:spPr>
          <a:xfrm>
            <a:off x="0" y="3037350"/>
            <a:ext cx="7930836" cy="3820649"/>
          </a:xfrm>
          <a:prstGeom prst="rect">
            <a:avLst/>
          </a:prstGeom>
        </p:spPr>
      </p:pic>
      <p:sp>
        <p:nvSpPr>
          <p:cNvPr id="13" name="Title 12"/>
          <p:cNvSpPr>
            <a:spLocks noGrp="1"/>
          </p:cNvSpPr>
          <p:nvPr>
            <p:ph type="ctrTitle" hasCustomPrompt="1"/>
          </p:nvPr>
        </p:nvSpPr>
        <p:spPr>
          <a:xfrm>
            <a:off x="6207126" y="2235084"/>
            <a:ext cx="4482645" cy="973538"/>
          </a:xfrm>
        </p:spPr>
        <p:txBody>
          <a:bodyPr anchor="b">
            <a:normAutofit/>
          </a:bodyPr>
          <a:lstStyle>
            <a:lvl1pPr marL="0" indent="0" algn="l">
              <a:buFont typeface="Arial" panose="020B0604020202020204" pitchFamily="34" charset="0"/>
              <a:buNone/>
              <a:defRPr sz="3200">
                <a:solidFill>
                  <a:schemeClr val="tx1"/>
                </a:solidFill>
              </a:defRPr>
            </a:lvl1pPr>
          </a:lstStyle>
          <a:p>
            <a:r>
              <a:rPr lang="zh-CN" altLang="en-US" dirty="0"/>
              <a:t>结束语</a:t>
            </a:r>
            <a:endParaRPr lang="zh-CN" altLang="en-US" dirty="0"/>
          </a:p>
        </p:txBody>
      </p:sp>
      <p:sp>
        <p:nvSpPr>
          <p:cNvPr id="14" name="Text Placeholder 13"/>
          <p:cNvSpPr>
            <a:spLocks noGrp="1"/>
          </p:cNvSpPr>
          <p:nvPr>
            <p:ph type="body" sz="quarter" idx="17" hasCustomPrompt="1"/>
          </p:nvPr>
        </p:nvSpPr>
        <p:spPr>
          <a:xfrm>
            <a:off x="6207126" y="3486125"/>
            <a:ext cx="4482645" cy="310871"/>
          </a:xfrm>
        </p:spPr>
        <p:txBody>
          <a:bodyPr vert="horz" lIns="91440" tIns="45720" rIns="91440" bIns="45720" rtlCol="0" anchor="b">
            <a:normAutofit/>
          </a:bodyPr>
          <a:lstStyle>
            <a:lvl1pPr marL="0" indent="0" algn="l">
              <a:buNone/>
              <a:defRPr lang="zh-CN" altLang="en-US" sz="1400" smtClean="0">
                <a:solidFill>
                  <a:schemeClr val="tx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marL="228600" marR="0" lvl="0" indent="-228600" fontAlgn="auto">
              <a:spcAft>
                <a:spcPts val="0"/>
              </a:spcAft>
              <a:buClrTx/>
              <a:buSzTx/>
            </a:pPr>
            <a:r>
              <a:rPr lang="zh-CN" altLang="en-US" dirty="0"/>
              <a:t>公司或署名</a:t>
            </a:r>
            <a:endParaRPr lang="en-US" altLang="zh-CN" dirty="0"/>
          </a:p>
        </p:txBody>
      </p:sp>
      <p:sp>
        <p:nvSpPr>
          <p:cNvPr id="15" name="Text Placeholder 14"/>
          <p:cNvSpPr>
            <a:spLocks noGrp="1"/>
          </p:cNvSpPr>
          <p:nvPr>
            <p:ph type="body" sz="quarter" idx="18" hasCustomPrompt="1"/>
          </p:nvPr>
        </p:nvSpPr>
        <p:spPr>
          <a:xfrm>
            <a:off x="6207126" y="3801759"/>
            <a:ext cx="4482645" cy="310871"/>
          </a:xfrm>
        </p:spPr>
        <p:txBody>
          <a:bodyPr vert="horz" lIns="91440" tIns="45720" rIns="91440" bIns="45720" rtlCol="0">
            <a:normAutofit/>
          </a:bodyPr>
          <a:lstStyle>
            <a:lvl1pPr marL="0" indent="0" algn="l">
              <a:buNone/>
              <a:defRPr lang="zh-CN" altLang="en-US" sz="1400" smtClean="0">
                <a:solidFill>
                  <a:schemeClr val="tx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marL="228600" marR="0" lvl="0" indent="-228600" fontAlgn="auto">
              <a:spcAft>
                <a:spcPts val="0"/>
              </a:spcAft>
              <a:buClrTx/>
              <a:buSzTx/>
            </a:pPr>
            <a:r>
              <a:rPr lang="zh-CN" altLang="en-US" dirty="0"/>
              <a:t>版权信息或网址</a:t>
            </a:r>
            <a:endParaRPr lang="en-US" altLang="zh-CN" dirty="0"/>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878768-2B4A-4D3C-8E3F-E6A121215FA1}"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515919-0312-4D47-8BFA-E7C69EF7134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9924" y="1"/>
            <a:ext cx="10850563" cy="1028699"/>
          </a:xfrm>
          <a:prstGeom prst="rect">
            <a:avLst/>
          </a:prstGeom>
        </p:spPr>
        <p:txBody>
          <a:bodyPr vert="horz" lIns="91440" tIns="45720" rIns="91440" bIns="45720" rtlCol="0" anchor="b">
            <a:normAutofit/>
          </a:bodyPr>
          <a:lstStyle/>
          <a:p>
            <a:r>
              <a:rPr lang="zh-CN" altLang="en-US" dirty="0"/>
              <a:t>单击此处编辑母版标题样式</a:t>
            </a:r>
            <a:endParaRPr lang="zh-CN" altLang="en-US" dirty="0"/>
          </a:p>
        </p:txBody>
      </p:sp>
      <p:sp>
        <p:nvSpPr>
          <p:cNvPr id="3" name="Text Placeholder 2"/>
          <p:cNvSpPr>
            <a:spLocks noGrp="1"/>
          </p:cNvSpPr>
          <p:nvPr>
            <p:ph type="body" idx="1"/>
          </p:nvPr>
        </p:nvSpPr>
        <p:spPr>
          <a:xfrm>
            <a:off x="669924" y="1123950"/>
            <a:ext cx="10850563" cy="5019675"/>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Date Placeholder 3"/>
          <p:cNvSpPr>
            <a:spLocks noGrp="1"/>
          </p:cNvSpPr>
          <p:nvPr>
            <p:ph type="dt" sz="half" idx="2"/>
          </p:nvPr>
        </p:nvSpPr>
        <p:spPr>
          <a:xfrm>
            <a:off x="5401732" y="6515100"/>
            <a:ext cx="1388536" cy="206381"/>
          </a:xfrm>
          <a:prstGeom prst="rect">
            <a:avLst/>
          </a:prstGeom>
        </p:spPr>
        <p:txBody>
          <a:bodyPr vert="horz" lIns="91440" tIns="45720" rIns="91440" bIns="45720" rtlCol="0" anchor="ctr"/>
          <a:lstStyle>
            <a:lvl1pPr algn="ctr">
              <a:defRPr sz="1000">
                <a:solidFill>
                  <a:schemeClr val="tx1"/>
                </a:solidFill>
              </a:defRPr>
            </a:lvl1pPr>
          </a:lstStyle>
          <a:p>
            <a:fld id="{54878768-2B4A-4D3C-8E3F-E6A121215FA1}" type="datetimeFigureOut">
              <a:rPr lang="zh-CN" altLang="en-US" smtClean="0"/>
            </a:fld>
            <a:endParaRPr lang="zh-CN" altLang="en-US"/>
          </a:p>
        </p:txBody>
      </p:sp>
      <p:sp>
        <p:nvSpPr>
          <p:cNvPr id="5" name="Footer Placeholder 4"/>
          <p:cNvSpPr>
            <a:spLocks noGrp="1"/>
          </p:cNvSpPr>
          <p:nvPr>
            <p:ph type="ftr" sz="quarter" idx="3"/>
          </p:nvPr>
        </p:nvSpPr>
        <p:spPr>
          <a:xfrm>
            <a:off x="669924" y="6515100"/>
            <a:ext cx="4140201" cy="206381"/>
          </a:xfrm>
          <a:prstGeom prst="rect">
            <a:avLst/>
          </a:prstGeom>
        </p:spPr>
        <p:txBody>
          <a:bodyPr vert="horz" lIns="91440" tIns="45720" rIns="91440" bIns="45720" rtlCol="0" anchor="ctr"/>
          <a:lstStyle>
            <a:lvl1pPr algn="l">
              <a:defRPr sz="1000">
                <a:solidFill>
                  <a:schemeClr val="tx1"/>
                </a:solidFill>
              </a:defRPr>
            </a:lvl1pPr>
          </a:lstStyle>
          <a:p>
            <a:endParaRPr lang="zh-CN" altLang="en-US"/>
          </a:p>
        </p:txBody>
      </p:sp>
      <p:sp>
        <p:nvSpPr>
          <p:cNvPr id="6" name="Slide Number Placeholder 5"/>
          <p:cNvSpPr>
            <a:spLocks noGrp="1"/>
          </p:cNvSpPr>
          <p:nvPr>
            <p:ph type="sldNum" sz="quarter" idx="4"/>
          </p:nvPr>
        </p:nvSpPr>
        <p:spPr>
          <a:xfrm>
            <a:off x="8610599" y="6515100"/>
            <a:ext cx="2909888" cy="206381"/>
          </a:xfrm>
          <a:prstGeom prst="rect">
            <a:avLst/>
          </a:prstGeom>
        </p:spPr>
        <p:txBody>
          <a:bodyPr vert="horz" lIns="91440" tIns="45720" rIns="91440" bIns="45720" rtlCol="0" anchor="ctr"/>
          <a:lstStyle>
            <a:lvl1pPr algn="r">
              <a:defRPr sz="1000">
                <a:solidFill>
                  <a:schemeClr val="tx1"/>
                </a:solidFill>
              </a:defRPr>
            </a:lvl1pPr>
          </a:lstStyle>
          <a:p>
            <a:fld id="{92515919-0312-4D47-8BFA-E7C69EF71344}" type="slidenum">
              <a:rPr lang="zh-CN" altLang="en-US" smtClean="0"/>
            </a:fld>
            <a:endParaRPr lang="zh-CN" altLang="en-US"/>
          </a:p>
        </p:txBody>
      </p:sp>
      <p:cxnSp>
        <p:nvCxnSpPr>
          <p:cNvPr id="8" name="Straight Connector 7"/>
          <p:cNvCxnSpPr/>
          <p:nvPr/>
        </p:nvCxnSpPr>
        <p:spPr>
          <a:xfrm>
            <a:off x="669924" y="6240463"/>
            <a:ext cx="10850564"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669923" y="1028700"/>
            <a:ext cx="10850563" cy="720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hyperlink" Target="https://www.cnblogs.com/joe-yang/p/18683646" TargetMode="External"/><Relationship Id="rId1" Type="http://schemas.openxmlformats.org/officeDocument/2006/relationships/hyperlink" Target="https://blog.csdn.net/tangjinxm/article/details/142880579" TargetMode="External"/></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hyperlink" Target="https://blog.csdn.net/qq_36098477/article/details/139281786" TargetMode="External"/><Relationship Id="rId3" Type="http://schemas.openxmlformats.org/officeDocument/2006/relationships/hyperlink" Target="https://blog.csdn.net/u012247418/article/details/106021793" TargetMode="External"/><Relationship Id="rId2" Type="http://schemas.openxmlformats.org/officeDocument/2006/relationships/hyperlink" Target="https://blog.csdn.net/LoongEmbedded/article/details/62889251" TargetMode="External"/><Relationship Id="rId1" Type="http://schemas.openxmlformats.org/officeDocument/2006/relationships/hyperlink" Target="https://developer.aliyun.com/article/10599" TargetMode="Externa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hyperlink" Target="https://zhuanlan.zhihu.com/p/679963744" TargetMode="Externa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hyperlink" Target="https://www.cnblogs.com/cangqinglang/p/12170828.html" TargetMode="External"/><Relationship Id="rId1" Type="http://schemas.openxmlformats.org/officeDocument/2006/relationships/hyperlink" Target="https://icloudnative.io/posts/understanding-cgroups-part-1-basics/" TargetMode="Externa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p:txBody>
          <a:bodyPr>
            <a:normAutofit/>
          </a:bodyPr>
          <a:lstStyle/>
          <a:p>
            <a:r>
              <a:rPr lang="zh-CN" altLang="en-US" sz="2400" dirty="0"/>
              <a:t>问题总结</a:t>
            </a:r>
            <a:endParaRPr lang="zh-CN" altLang="en-US" sz="2400" dirty="0"/>
          </a:p>
        </p:txBody>
      </p:sp>
      <p:sp>
        <p:nvSpPr>
          <p:cNvPr id="3" name="标题 2"/>
          <p:cNvSpPr>
            <a:spLocks noGrp="1"/>
          </p:cNvSpPr>
          <p:nvPr>
            <p:ph type="ctrTitle"/>
          </p:nvPr>
        </p:nvSpPr>
        <p:spPr/>
        <p:txBody>
          <a:bodyPr>
            <a:normAutofit/>
          </a:bodyPr>
          <a:lstStyle/>
          <a:p>
            <a:r>
              <a:rPr lang="en-US" altLang="zh-CN"/>
              <a:t>OS</a:t>
            </a:r>
            <a:r>
              <a:rPr lang="zh-CN" altLang="en-US"/>
              <a:t>实验</a:t>
            </a:r>
            <a:r>
              <a:rPr lang="en-US" altLang="zh-CN"/>
              <a:t>2——OpenEuler</a:t>
            </a:r>
            <a:endParaRPr lang="zh-CN" altLang="en-US"/>
          </a:p>
        </p:txBody>
      </p:sp>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42950" y="419100"/>
            <a:ext cx="4267200" cy="1066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46609" y="681335"/>
            <a:ext cx="1954381" cy="923330"/>
          </a:xfrm>
          <a:prstGeom prst="rect">
            <a:avLst/>
          </a:prstGeom>
          <a:noFill/>
        </p:spPr>
        <p:txBody>
          <a:bodyPr wrap="none" lIns="91440" tIns="45720" rIns="91440" bIns="45720">
            <a:spAutoFit/>
          </a:bodyPr>
          <a:lstStyle/>
          <a:p>
            <a:pPr algn="ctr"/>
            <a:r>
              <a:rPr lang="zh-CN" alt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问题</a:t>
            </a:r>
            <a:r>
              <a:rPr lang="en-US" altLang="zh-CN"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1</a:t>
            </a:r>
            <a:endParaRPr lang="en-US" altLang="zh-CN"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5" name="矩形 4"/>
          <p:cNvSpPr/>
          <p:nvPr/>
        </p:nvSpPr>
        <p:spPr>
          <a:xfrm>
            <a:off x="723900" y="2980035"/>
            <a:ext cx="10807700" cy="523220"/>
          </a:xfrm>
          <a:prstGeom prst="rect">
            <a:avLst/>
          </a:prstGeom>
          <a:noFill/>
        </p:spPr>
        <p:txBody>
          <a:bodyPr wrap="square" lIns="91440" tIns="45720" rIns="91440" bIns="45720">
            <a:spAutoFit/>
          </a:bodyPr>
          <a:lstStyle/>
          <a:p>
            <a:r>
              <a:rPr lang="en-US" altLang="zh-CN" sz="2800" b="0" cap="none" spc="0" dirty="0">
                <a:ln w="0"/>
                <a:solidFill>
                  <a:schemeClr val="tx1"/>
                </a:solidFill>
                <a:effectLst>
                  <a:outerShdw blurRad="38100" dist="19050" dir="2700000" algn="tl" rotWithShape="0">
                    <a:schemeClr val="dk1">
                      <a:alpha val="40000"/>
                    </a:schemeClr>
                  </a:outerShdw>
                </a:effectLst>
              </a:rPr>
              <a:t>Q</a:t>
            </a:r>
            <a:r>
              <a:rPr lang="zh-CN" altLang="en-US" sz="2800" b="0" cap="none" spc="0" dirty="0">
                <a:ln w="0"/>
                <a:solidFill>
                  <a:schemeClr val="tx1"/>
                </a:solidFill>
                <a:effectLst>
                  <a:outerShdw blurRad="38100" dist="19050" dir="2700000" algn="tl" rotWithShape="0">
                    <a:schemeClr val="dk1">
                      <a:alpha val="40000"/>
                    </a:schemeClr>
                  </a:outerShdw>
                </a:effectLst>
              </a:rPr>
              <a:t>：直接在</a:t>
            </a:r>
            <a:r>
              <a:rPr lang="en-US" altLang="zh-CN" sz="2800" b="0" cap="none" spc="0" dirty="0" err="1">
                <a:ln w="0"/>
                <a:solidFill>
                  <a:schemeClr val="tx1"/>
                </a:solidFill>
                <a:effectLst>
                  <a:outerShdw blurRad="38100" dist="19050" dir="2700000" algn="tl" rotWithShape="0">
                    <a:schemeClr val="dk1">
                      <a:alpha val="40000"/>
                    </a:schemeClr>
                  </a:outerShdw>
                </a:effectLst>
              </a:rPr>
              <a:t>Vmware</a:t>
            </a:r>
            <a:r>
              <a:rPr lang="zh-CN" altLang="en-US" sz="2800" b="0" cap="none" spc="0" dirty="0">
                <a:ln w="0"/>
                <a:solidFill>
                  <a:schemeClr val="tx1"/>
                </a:solidFill>
                <a:effectLst>
                  <a:outerShdw blurRad="38100" dist="19050" dir="2700000" algn="tl" rotWithShape="0">
                    <a:schemeClr val="dk1">
                      <a:alpha val="40000"/>
                    </a:schemeClr>
                  </a:outerShdw>
                </a:effectLst>
              </a:rPr>
              <a:t>运行的命令行模式观感差，文件操作不方便。</a:t>
            </a:r>
            <a:endParaRPr lang="zh-CN"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6" name="矩形 5"/>
          <p:cNvSpPr/>
          <p:nvPr/>
        </p:nvSpPr>
        <p:spPr>
          <a:xfrm>
            <a:off x="723900" y="3576935"/>
            <a:ext cx="10807700" cy="2185214"/>
          </a:xfrm>
          <a:prstGeom prst="rect">
            <a:avLst/>
          </a:prstGeom>
          <a:noFill/>
        </p:spPr>
        <p:txBody>
          <a:bodyPr wrap="square" lIns="91440" tIns="45720" rIns="91440" bIns="45720">
            <a:spAutoFit/>
          </a:bodyPr>
          <a:lstStyle/>
          <a:p>
            <a:r>
              <a:rPr lang="en-US" altLang="zh-CN" sz="2800" b="0" cap="none" spc="0" dirty="0">
                <a:ln w="0"/>
                <a:solidFill>
                  <a:schemeClr val="tx1"/>
                </a:solidFill>
                <a:effectLst>
                  <a:outerShdw blurRad="38100" dist="19050" dir="2700000" algn="tl" rotWithShape="0">
                    <a:schemeClr val="dk1">
                      <a:alpha val="40000"/>
                    </a:schemeClr>
                  </a:outerShdw>
                </a:effectLst>
              </a:rPr>
              <a:t>A</a:t>
            </a:r>
            <a:r>
              <a:rPr lang="zh-CN" altLang="en-US" sz="2800" b="0" cap="none" spc="0" dirty="0">
                <a:ln w="0"/>
                <a:solidFill>
                  <a:schemeClr val="tx1"/>
                </a:solidFill>
                <a:effectLst>
                  <a:outerShdw blurRad="38100" dist="19050" dir="2700000" algn="tl" rotWithShape="0">
                    <a:schemeClr val="dk1">
                      <a:alpha val="40000"/>
                    </a:schemeClr>
                  </a:outerShdw>
                </a:effectLst>
              </a:rPr>
              <a:t>：使用</a:t>
            </a:r>
            <a:r>
              <a:rPr lang="en-US" altLang="zh-CN" sz="2800" b="0" cap="none" spc="0" dirty="0" err="1">
                <a:ln w="0"/>
                <a:solidFill>
                  <a:schemeClr val="tx1"/>
                </a:solidFill>
                <a:effectLst>
                  <a:outerShdw blurRad="38100" dist="19050" dir="2700000" algn="tl" rotWithShape="0">
                    <a:schemeClr val="dk1">
                      <a:alpha val="40000"/>
                    </a:schemeClr>
                  </a:outerShdw>
                </a:effectLst>
              </a:rPr>
              <a:t>VSCode</a:t>
            </a:r>
            <a:r>
              <a:rPr lang="zh-CN" altLang="en-US" sz="2800" b="0" cap="none" spc="0" dirty="0">
                <a:ln w="0"/>
                <a:solidFill>
                  <a:schemeClr val="tx1"/>
                </a:solidFill>
                <a:effectLst>
                  <a:outerShdw blurRad="38100" dist="19050" dir="2700000" algn="tl" rotWithShape="0">
                    <a:schemeClr val="dk1">
                      <a:alpha val="40000"/>
                    </a:schemeClr>
                  </a:outerShdw>
                </a:effectLst>
              </a:rPr>
              <a:t>的</a:t>
            </a:r>
            <a:r>
              <a:rPr lang="en-US" altLang="zh-CN" sz="2800" b="0" cap="none" spc="0" dirty="0">
                <a:ln w="0"/>
                <a:solidFill>
                  <a:schemeClr val="tx1"/>
                </a:solidFill>
                <a:effectLst>
                  <a:outerShdw blurRad="38100" dist="19050" dir="2700000" algn="tl" rotWithShape="0">
                    <a:schemeClr val="dk1">
                      <a:alpha val="40000"/>
                    </a:schemeClr>
                  </a:outerShdw>
                </a:effectLst>
              </a:rPr>
              <a:t>SSH</a:t>
            </a:r>
            <a:r>
              <a:rPr lang="zh-CN" altLang="en-US" sz="2800" b="0" cap="none" spc="0" dirty="0">
                <a:ln w="0"/>
                <a:solidFill>
                  <a:schemeClr val="tx1"/>
                </a:solidFill>
                <a:effectLst>
                  <a:outerShdw blurRad="38100" dist="19050" dir="2700000" algn="tl" rotWithShape="0">
                    <a:schemeClr val="dk1">
                      <a:alpha val="40000"/>
                    </a:schemeClr>
                  </a:outerShdw>
                </a:effectLst>
              </a:rPr>
              <a:t>功能连接虚拟机，直接拖拽即可操作文件，方便、观感较好。</a:t>
            </a:r>
            <a:endParaRPr lang="en-US" altLang="zh-CN" sz="2800" b="0" cap="none" spc="0" dirty="0">
              <a:ln w="0"/>
              <a:solidFill>
                <a:schemeClr val="tx1"/>
              </a:solidFill>
              <a:effectLst>
                <a:outerShdw blurRad="38100" dist="19050" dir="2700000" algn="tl" rotWithShape="0">
                  <a:schemeClr val="dk1">
                    <a:alpha val="40000"/>
                  </a:schemeClr>
                </a:outerShdw>
              </a:effectLst>
            </a:endParaRPr>
          </a:p>
          <a:p>
            <a:endParaRPr lang="en-US" altLang="zh-CN" sz="2000" dirty="0">
              <a:ln w="0"/>
              <a:effectLst>
                <a:outerShdw blurRad="38100" dist="19050" dir="2700000" algn="tl" rotWithShape="0">
                  <a:schemeClr val="dk1">
                    <a:alpha val="40000"/>
                  </a:schemeClr>
                </a:outerShdw>
              </a:effectLst>
            </a:endParaRPr>
          </a:p>
          <a:p>
            <a:r>
              <a:rPr lang="zh-CN" altLang="en-US" sz="2000" dirty="0">
                <a:ln w="0"/>
                <a:effectLst>
                  <a:outerShdw blurRad="38100" dist="19050" dir="2700000" algn="tl" rotWithShape="0">
                    <a:schemeClr val="dk1">
                      <a:alpha val="40000"/>
                    </a:schemeClr>
                  </a:outerShdw>
                </a:effectLst>
              </a:rPr>
              <a:t>参考：</a:t>
            </a:r>
            <a:endParaRPr lang="en-US" altLang="zh-CN" sz="2000" dirty="0">
              <a:ln w="0"/>
              <a:effectLst>
                <a:outerShdw blurRad="38100" dist="19050" dir="2700000" algn="tl" rotWithShape="0">
                  <a:schemeClr val="dk1">
                    <a:alpha val="40000"/>
                  </a:schemeClr>
                </a:outerShdw>
              </a:effectLst>
            </a:endParaRPr>
          </a:p>
          <a:p>
            <a:pPr marL="342900" indent="-342900">
              <a:buFont typeface="Arial" panose="020B0604020202020204" pitchFamily="34" charset="0"/>
              <a:buChar char="•"/>
            </a:pPr>
            <a:r>
              <a:rPr lang="en-US" altLang="zh-CN" sz="2000" dirty="0">
                <a:ln w="0"/>
                <a:effectLst>
                  <a:outerShdw blurRad="38100" dist="19050" dir="2700000" algn="tl" rotWithShape="0">
                    <a:schemeClr val="dk1">
                      <a:alpha val="40000"/>
                    </a:schemeClr>
                  </a:outerShdw>
                </a:effectLst>
                <a:hlinkClick r:id="rId1"/>
              </a:rPr>
              <a:t>https://blog.csdn.net/tangjinxm/article/details/142880579</a:t>
            </a:r>
            <a:endParaRPr lang="en-US" altLang="zh-CN" sz="2000" dirty="0">
              <a:ln w="0"/>
              <a:effectLst>
                <a:outerShdw blurRad="38100" dist="19050" dir="2700000" algn="tl" rotWithShape="0">
                  <a:schemeClr val="dk1">
                    <a:alpha val="40000"/>
                  </a:schemeClr>
                </a:outerShdw>
              </a:effectLst>
            </a:endParaRPr>
          </a:p>
          <a:p>
            <a:pPr marL="342900" indent="-342900">
              <a:buFont typeface="Arial" panose="020B0604020202020204" pitchFamily="34" charset="0"/>
              <a:buChar char="•"/>
            </a:pPr>
            <a:r>
              <a:rPr lang="en-US" altLang="zh-CN" sz="2000" dirty="0">
                <a:ln w="0"/>
                <a:effectLst>
                  <a:outerShdw blurRad="38100" dist="19050" dir="2700000" algn="tl" rotWithShape="0">
                    <a:schemeClr val="dk1">
                      <a:alpha val="40000"/>
                    </a:schemeClr>
                  </a:outerShdw>
                </a:effectLst>
                <a:hlinkClick r:id="rId2"/>
              </a:rPr>
              <a:t>https://www.cnblogs.com/joe-yang/p/18683646</a:t>
            </a:r>
            <a:r>
              <a:rPr lang="en-US" altLang="zh-CN" sz="2000" dirty="0">
                <a:ln w="0"/>
                <a:effectLst>
                  <a:outerShdw blurRad="38100" dist="19050" dir="2700000" algn="tl" rotWithShape="0">
                    <a:schemeClr val="dk1">
                      <a:alpha val="40000"/>
                    </a:schemeClr>
                  </a:outerShdw>
                </a:effectLst>
              </a:rPr>
              <a:t> </a:t>
            </a:r>
            <a:endParaRPr lang="en-US" altLang="zh-CN" sz="2000" dirty="0">
              <a:ln w="0"/>
              <a:effectLst>
                <a:outerShdw blurRad="38100" dist="19050" dir="2700000" algn="tl" rotWithShape="0">
                  <a:schemeClr val="dk1">
                    <a:alpha val="40000"/>
                  </a:schemeClr>
                </a:outerShdw>
              </a:effectLs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46608" y="681335"/>
            <a:ext cx="1954382" cy="923330"/>
          </a:xfrm>
          <a:prstGeom prst="rect">
            <a:avLst/>
          </a:prstGeom>
          <a:noFill/>
        </p:spPr>
        <p:txBody>
          <a:bodyPr wrap="none" lIns="91440" tIns="45720" rIns="91440" bIns="45720">
            <a:spAutoFit/>
          </a:bodyPr>
          <a:lstStyle/>
          <a:p>
            <a:pPr algn="ctr"/>
            <a:r>
              <a:rPr lang="zh-CN" alt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问题</a:t>
            </a:r>
            <a:r>
              <a:rPr lang="en-US" altLang="zh-CN" sz="54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2</a:t>
            </a:r>
            <a:endParaRPr lang="en-US" altLang="zh-CN"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5" name="矩形 4"/>
          <p:cNvSpPr/>
          <p:nvPr/>
        </p:nvSpPr>
        <p:spPr>
          <a:xfrm>
            <a:off x="723900" y="2980035"/>
            <a:ext cx="10807700" cy="523220"/>
          </a:xfrm>
          <a:prstGeom prst="rect">
            <a:avLst/>
          </a:prstGeom>
          <a:noFill/>
        </p:spPr>
        <p:txBody>
          <a:bodyPr wrap="square" lIns="91440" tIns="45720" rIns="91440" bIns="45720">
            <a:spAutoFit/>
          </a:bodyPr>
          <a:lstStyle/>
          <a:p>
            <a:r>
              <a:rPr lang="en-US" altLang="zh-CN" sz="2800" b="0" cap="none" spc="0" dirty="0">
                <a:ln w="0"/>
                <a:solidFill>
                  <a:schemeClr val="tx1"/>
                </a:solidFill>
                <a:effectLst>
                  <a:outerShdw blurRad="38100" dist="19050" dir="2700000" algn="tl" rotWithShape="0">
                    <a:schemeClr val="dk1">
                      <a:alpha val="40000"/>
                    </a:schemeClr>
                  </a:outerShdw>
                </a:effectLst>
              </a:rPr>
              <a:t>Q</a:t>
            </a:r>
            <a:r>
              <a:rPr lang="zh-CN" altLang="en-US" sz="2800" b="0" cap="none" spc="0" dirty="0">
                <a:ln w="0"/>
                <a:solidFill>
                  <a:schemeClr val="tx1"/>
                </a:solidFill>
                <a:effectLst>
                  <a:outerShdw blurRad="38100" dist="19050" dir="2700000" algn="tl" rotWithShape="0">
                    <a:schemeClr val="dk1">
                      <a:alpha val="40000"/>
                    </a:schemeClr>
                  </a:outerShdw>
                </a:effectLst>
              </a:rPr>
              <a:t>：</a:t>
            </a:r>
            <a:r>
              <a:rPr lang="en-US" altLang="zh-CN" sz="2800" b="0" cap="none" spc="0" dirty="0">
                <a:ln w="0"/>
                <a:solidFill>
                  <a:schemeClr val="tx1"/>
                </a:solidFill>
                <a:effectLst>
                  <a:outerShdw blurRad="38100" dist="19050" dir="2700000" algn="tl" rotWithShape="0">
                    <a:schemeClr val="dk1">
                      <a:alpha val="40000"/>
                    </a:schemeClr>
                  </a:outerShdw>
                </a:effectLst>
              </a:rPr>
              <a:t> make </a:t>
            </a:r>
            <a:r>
              <a:rPr lang="en-US" altLang="zh-CN" sz="2800" b="0" cap="none" spc="0" dirty="0" err="1">
                <a:ln w="0"/>
                <a:solidFill>
                  <a:schemeClr val="tx1"/>
                </a:solidFill>
                <a:effectLst>
                  <a:outerShdw blurRad="38100" dist="19050" dir="2700000" algn="tl" rotWithShape="0">
                    <a:schemeClr val="dk1">
                      <a:alpha val="40000"/>
                    </a:schemeClr>
                  </a:outerShdw>
                </a:effectLst>
              </a:rPr>
              <a:t>mrproper</a:t>
            </a:r>
            <a:r>
              <a:rPr lang="zh-CN" altLang="en-US" sz="2800" b="0" cap="none" spc="0" dirty="0">
                <a:ln w="0"/>
                <a:solidFill>
                  <a:schemeClr val="tx1"/>
                </a:solidFill>
                <a:effectLst>
                  <a:outerShdw blurRad="38100" dist="19050" dir="2700000" algn="tl" rotWithShape="0">
                    <a:schemeClr val="dk1">
                      <a:alpha val="40000"/>
                    </a:schemeClr>
                  </a:outerShdw>
                </a:effectLst>
              </a:rPr>
              <a:t>等命令作用以及一些依赖库的作用不明确。</a:t>
            </a:r>
            <a:endParaRPr lang="zh-CN"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6" name="矩形 5"/>
          <p:cNvSpPr/>
          <p:nvPr/>
        </p:nvSpPr>
        <p:spPr>
          <a:xfrm>
            <a:off x="723900" y="3576935"/>
            <a:ext cx="10807700" cy="2492990"/>
          </a:xfrm>
          <a:prstGeom prst="rect">
            <a:avLst/>
          </a:prstGeom>
          <a:noFill/>
        </p:spPr>
        <p:txBody>
          <a:bodyPr wrap="square" lIns="91440" tIns="45720" rIns="91440" bIns="45720">
            <a:spAutoFit/>
          </a:bodyPr>
          <a:lstStyle/>
          <a:p>
            <a:r>
              <a:rPr lang="en-US" altLang="zh-CN" sz="2800" b="0" cap="none" spc="0" dirty="0">
                <a:ln w="0"/>
                <a:solidFill>
                  <a:schemeClr val="tx1"/>
                </a:solidFill>
                <a:effectLst>
                  <a:outerShdw blurRad="38100" dist="19050" dir="2700000" algn="tl" rotWithShape="0">
                    <a:schemeClr val="dk1">
                      <a:alpha val="40000"/>
                    </a:schemeClr>
                  </a:outerShdw>
                </a:effectLst>
              </a:rPr>
              <a:t>A</a:t>
            </a:r>
            <a:r>
              <a:rPr lang="zh-CN" altLang="en-US" sz="2800" b="0" cap="none" spc="0" dirty="0">
                <a:ln w="0"/>
                <a:solidFill>
                  <a:schemeClr val="tx1"/>
                </a:solidFill>
                <a:effectLst>
                  <a:outerShdw blurRad="38100" dist="19050" dir="2700000" algn="tl" rotWithShape="0">
                    <a:schemeClr val="dk1">
                      <a:alpha val="40000"/>
                    </a:schemeClr>
                  </a:outerShdw>
                </a:effectLst>
              </a:rPr>
              <a:t>：上网查找相关解释，更好的理解实验过程。</a:t>
            </a:r>
            <a:endParaRPr lang="en-US" altLang="zh-CN" sz="2800" dirty="0">
              <a:ln w="0"/>
              <a:effectLst>
                <a:outerShdw blurRad="38100" dist="19050" dir="2700000" algn="tl" rotWithShape="0">
                  <a:schemeClr val="dk1">
                    <a:alpha val="40000"/>
                  </a:schemeClr>
                </a:outerShdw>
              </a:effectLst>
            </a:endParaRPr>
          </a:p>
          <a:p>
            <a:endParaRPr lang="en-US" altLang="zh-CN" sz="2800" b="0" cap="none" spc="0" dirty="0">
              <a:ln w="0"/>
              <a:solidFill>
                <a:schemeClr val="tx1"/>
              </a:solidFill>
              <a:effectLst>
                <a:outerShdw blurRad="38100" dist="19050" dir="2700000" algn="tl" rotWithShape="0">
                  <a:schemeClr val="dk1">
                    <a:alpha val="40000"/>
                  </a:schemeClr>
                </a:outerShdw>
              </a:effectLst>
            </a:endParaRPr>
          </a:p>
          <a:p>
            <a:r>
              <a:rPr lang="zh-CN" altLang="en-US" sz="2000" dirty="0">
                <a:ln w="0"/>
                <a:effectLst>
                  <a:outerShdw blurRad="38100" dist="19050" dir="2700000" algn="tl" rotWithShape="0">
                    <a:schemeClr val="dk1">
                      <a:alpha val="40000"/>
                    </a:schemeClr>
                  </a:outerShdw>
                </a:effectLst>
              </a:rPr>
              <a:t>参考：</a:t>
            </a:r>
            <a:endParaRPr lang="en-US" altLang="zh-CN" sz="2000" dirty="0">
              <a:ln w="0"/>
              <a:effectLst>
                <a:outerShdw blurRad="38100" dist="19050" dir="2700000" algn="tl" rotWithShape="0">
                  <a:schemeClr val="dk1">
                    <a:alpha val="40000"/>
                  </a:schemeClr>
                </a:outerShdw>
              </a:effectLst>
            </a:endParaRPr>
          </a:p>
          <a:p>
            <a:pPr marL="342900" indent="-342900">
              <a:buFont typeface="Arial" panose="020B0604020202020204" pitchFamily="34" charset="0"/>
              <a:buChar char="•"/>
            </a:pPr>
            <a:r>
              <a:rPr lang="en-US" altLang="zh-CN" sz="2000" b="0" cap="none" spc="0" dirty="0">
                <a:ln w="0"/>
                <a:solidFill>
                  <a:schemeClr val="tx1"/>
                </a:solidFill>
                <a:effectLst>
                  <a:outerShdw blurRad="38100" dist="19050" dir="2700000" algn="tl" rotWithShape="0">
                    <a:schemeClr val="dk1">
                      <a:alpha val="40000"/>
                    </a:schemeClr>
                  </a:outerShdw>
                </a:effectLst>
                <a:hlinkClick r:id="rId1"/>
              </a:rPr>
              <a:t>https://developer.aliyun.com/article/10599</a:t>
            </a:r>
            <a:endParaRPr lang="en-US" altLang="zh-CN" sz="2000" b="0" cap="none" spc="0" dirty="0">
              <a:ln w="0"/>
              <a:solidFill>
                <a:schemeClr val="tx1"/>
              </a:solidFill>
              <a:effectLst>
                <a:outerShdw blurRad="38100" dist="19050" dir="2700000" algn="tl" rotWithShape="0">
                  <a:schemeClr val="dk1">
                    <a:alpha val="40000"/>
                  </a:schemeClr>
                </a:outerShdw>
              </a:effectLst>
            </a:endParaRPr>
          </a:p>
          <a:p>
            <a:pPr marL="342900" indent="-342900">
              <a:buFont typeface="Arial" panose="020B0604020202020204" pitchFamily="34" charset="0"/>
              <a:buChar char="•"/>
            </a:pPr>
            <a:r>
              <a:rPr lang="en-US" altLang="zh-CN" sz="2000" b="0" cap="none" spc="0" dirty="0">
                <a:ln w="0"/>
                <a:solidFill>
                  <a:schemeClr val="tx1"/>
                </a:solidFill>
                <a:effectLst>
                  <a:outerShdw blurRad="38100" dist="19050" dir="2700000" algn="tl" rotWithShape="0">
                    <a:schemeClr val="dk1">
                      <a:alpha val="40000"/>
                    </a:schemeClr>
                  </a:outerShdw>
                </a:effectLst>
                <a:hlinkClick r:id="rId2"/>
              </a:rPr>
              <a:t>https://blog.csdn.net/LoongEmbedded/article/details/62889251</a:t>
            </a:r>
            <a:endParaRPr lang="en-US" altLang="zh-CN" sz="2000" dirty="0">
              <a:ln w="0"/>
              <a:effectLst>
                <a:outerShdw blurRad="38100" dist="19050" dir="2700000" algn="tl" rotWithShape="0">
                  <a:schemeClr val="dk1">
                    <a:alpha val="40000"/>
                  </a:schemeClr>
                </a:outerShdw>
              </a:effectLst>
            </a:endParaRPr>
          </a:p>
          <a:p>
            <a:pPr marL="342900" indent="-342900">
              <a:buFont typeface="Arial" panose="020B0604020202020204" pitchFamily="34" charset="0"/>
              <a:buChar char="•"/>
            </a:pPr>
            <a:r>
              <a:rPr lang="en-US" altLang="zh-CN" sz="2000" b="0" cap="none" spc="0" dirty="0">
                <a:ln w="0"/>
                <a:solidFill>
                  <a:schemeClr val="tx1"/>
                </a:solidFill>
                <a:effectLst>
                  <a:outerShdw blurRad="38100" dist="19050" dir="2700000" algn="tl" rotWithShape="0">
                    <a:schemeClr val="dk1">
                      <a:alpha val="40000"/>
                    </a:schemeClr>
                  </a:outerShdw>
                </a:effectLst>
                <a:hlinkClick r:id="rId3"/>
              </a:rPr>
              <a:t>https://blog.csdn.net/u012247418/article/details/106021793</a:t>
            </a:r>
            <a:endParaRPr lang="en-US" altLang="zh-CN" sz="2000" b="0" cap="none" spc="0" dirty="0">
              <a:ln w="0"/>
              <a:solidFill>
                <a:schemeClr val="tx1"/>
              </a:solidFill>
              <a:effectLst>
                <a:outerShdw blurRad="38100" dist="19050" dir="2700000" algn="tl" rotWithShape="0">
                  <a:schemeClr val="dk1">
                    <a:alpha val="40000"/>
                  </a:schemeClr>
                </a:outerShdw>
              </a:effectLst>
            </a:endParaRPr>
          </a:p>
          <a:p>
            <a:pPr marL="342900" indent="-342900">
              <a:buFont typeface="Arial" panose="020B0604020202020204" pitchFamily="34" charset="0"/>
              <a:buChar char="•"/>
            </a:pPr>
            <a:r>
              <a:rPr lang="en-US" altLang="zh-CN" sz="2000" b="0" cap="none" spc="0" dirty="0">
                <a:ln w="0"/>
                <a:solidFill>
                  <a:schemeClr val="tx1"/>
                </a:solidFill>
                <a:effectLst>
                  <a:outerShdw blurRad="38100" dist="19050" dir="2700000" algn="tl" rotWithShape="0">
                    <a:schemeClr val="dk1">
                      <a:alpha val="40000"/>
                    </a:schemeClr>
                  </a:outerShdw>
                </a:effectLst>
                <a:hlinkClick r:id="rId4"/>
              </a:rPr>
              <a:t>https://blog.csdn.net/qq_36098477/article/details/139281786</a:t>
            </a:r>
            <a:endParaRPr lang="en-US" altLang="zh-CN" sz="2000" b="0" cap="none" spc="0" dirty="0">
              <a:ln w="0"/>
              <a:solidFill>
                <a:schemeClr val="tx1"/>
              </a:solidFill>
              <a:effectLst>
                <a:outerShdw blurRad="38100" dist="19050" dir="2700000" algn="tl" rotWithShape="0">
                  <a:schemeClr val="dk1">
                    <a:alpha val="40000"/>
                  </a:schemeClr>
                </a:outerShdw>
              </a:effectLs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46608" y="681335"/>
            <a:ext cx="1954382" cy="923330"/>
          </a:xfrm>
          <a:prstGeom prst="rect">
            <a:avLst/>
          </a:prstGeom>
          <a:noFill/>
        </p:spPr>
        <p:txBody>
          <a:bodyPr wrap="none" lIns="91440" tIns="45720" rIns="91440" bIns="45720">
            <a:spAutoFit/>
          </a:bodyPr>
          <a:lstStyle/>
          <a:p>
            <a:pPr algn="ctr"/>
            <a:r>
              <a:rPr lang="zh-CN" alt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问题</a:t>
            </a:r>
            <a:r>
              <a:rPr lang="en-US" altLang="zh-CN"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3</a:t>
            </a:r>
            <a:endParaRPr lang="en-US" altLang="zh-CN"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5" name="矩形 4"/>
          <p:cNvSpPr/>
          <p:nvPr/>
        </p:nvSpPr>
        <p:spPr>
          <a:xfrm>
            <a:off x="723900" y="2980035"/>
            <a:ext cx="10807700" cy="523220"/>
          </a:xfrm>
          <a:prstGeom prst="rect">
            <a:avLst/>
          </a:prstGeom>
          <a:noFill/>
        </p:spPr>
        <p:txBody>
          <a:bodyPr wrap="square" lIns="91440" tIns="45720" rIns="91440" bIns="45720">
            <a:spAutoFit/>
          </a:bodyPr>
          <a:lstStyle/>
          <a:p>
            <a:r>
              <a:rPr lang="en-US" altLang="zh-CN" sz="2800" b="0" cap="none" spc="0" dirty="0">
                <a:ln w="0"/>
                <a:solidFill>
                  <a:schemeClr val="tx1"/>
                </a:solidFill>
                <a:effectLst>
                  <a:outerShdw blurRad="38100" dist="19050" dir="2700000" algn="tl" rotWithShape="0">
                    <a:schemeClr val="dk1">
                      <a:alpha val="40000"/>
                    </a:schemeClr>
                  </a:outerShdw>
                </a:effectLst>
              </a:rPr>
              <a:t>Q</a:t>
            </a:r>
            <a:r>
              <a:rPr lang="zh-CN" altLang="en-US" sz="2800" b="0" cap="none" spc="0" dirty="0">
                <a:ln w="0"/>
                <a:solidFill>
                  <a:schemeClr val="tx1"/>
                </a:solidFill>
                <a:effectLst>
                  <a:outerShdw blurRad="38100" dist="19050" dir="2700000" algn="tl" rotWithShape="0">
                    <a:schemeClr val="dk1">
                      <a:alpha val="40000"/>
                    </a:schemeClr>
                  </a:outerShdw>
                </a:effectLst>
              </a:rPr>
              <a:t>：对于</a:t>
            </a:r>
            <a:r>
              <a:rPr lang="zh-CN" altLang="en-US" sz="2800" dirty="0">
                <a:ln w="0"/>
                <a:effectLst>
                  <a:outerShdw blurRad="38100" dist="19050" dir="2700000" algn="tl" rotWithShape="0">
                    <a:schemeClr val="dk1">
                      <a:alpha val="40000"/>
                    </a:schemeClr>
                  </a:outerShdw>
                </a:effectLst>
              </a:rPr>
              <a:t>内核模块编程部分没有任何前置了解。</a:t>
            </a:r>
            <a:endParaRPr lang="zh-CN"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6" name="矩形 5"/>
          <p:cNvSpPr/>
          <p:nvPr/>
        </p:nvSpPr>
        <p:spPr>
          <a:xfrm>
            <a:off x="723900" y="3576935"/>
            <a:ext cx="10807700" cy="1569660"/>
          </a:xfrm>
          <a:prstGeom prst="rect">
            <a:avLst/>
          </a:prstGeom>
          <a:noFill/>
        </p:spPr>
        <p:txBody>
          <a:bodyPr wrap="square" lIns="91440" tIns="45720" rIns="91440" bIns="45720">
            <a:spAutoFit/>
          </a:bodyPr>
          <a:lstStyle/>
          <a:p>
            <a:r>
              <a:rPr lang="en-US" altLang="zh-CN" sz="2800" b="0" cap="none" spc="0" dirty="0">
                <a:ln w="0"/>
                <a:solidFill>
                  <a:schemeClr val="tx1"/>
                </a:solidFill>
                <a:effectLst>
                  <a:outerShdw blurRad="38100" dist="19050" dir="2700000" algn="tl" rotWithShape="0">
                    <a:schemeClr val="dk1">
                      <a:alpha val="40000"/>
                    </a:schemeClr>
                  </a:outerShdw>
                </a:effectLst>
              </a:rPr>
              <a:t>A</a:t>
            </a:r>
            <a:r>
              <a:rPr lang="zh-CN" altLang="en-US" sz="2800" b="0" cap="none" spc="0" dirty="0">
                <a:ln w="0"/>
                <a:solidFill>
                  <a:schemeClr val="tx1"/>
                </a:solidFill>
                <a:effectLst>
                  <a:outerShdw blurRad="38100" dist="19050" dir="2700000" algn="tl" rotWithShape="0">
                    <a:schemeClr val="dk1">
                      <a:alpha val="40000"/>
                    </a:schemeClr>
                  </a:outerShdw>
                </a:effectLst>
              </a:rPr>
              <a:t>：上网查找相关教程，然后自行编程，再根据指导文章修改。</a:t>
            </a:r>
            <a:endParaRPr lang="en-US" altLang="zh-CN" sz="2800" b="0" cap="none" spc="0" dirty="0">
              <a:ln w="0"/>
              <a:solidFill>
                <a:schemeClr val="tx1"/>
              </a:solidFill>
              <a:effectLst>
                <a:outerShdw blurRad="38100" dist="19050" dir="2700000" algn="tl" rotWithShape="0">
                  <a:schemeClr val="dk1">
                    <a:alpha val="40000"/>
                  </a:schemeClr>
                </a:outerShdw>
              </a:effectLst>
            </a:endParaRPr>
          </a:p>
          <a:p>
            <a:endParaRPr lang="en-US" altLang="zh-CN" sz="2800" b="0" cap="none" spc="0" dirty="0">
              <a:ln w="0"/>
              <a:solidFill>
                <a:schemeClr val="tx1"/>
              </a:solidFill>
              <a:effectLst>
                <a:outerShdw blurRad="38100" dist="19050" dir="2700000" algn="tl" rotWithShape="0">
                  <a:schemeClr val="dk1">
                    <a:alpha val="40000"/>
                  </a:schemeClr>
                </a:outerShdw>
              </a:effectLst>
            </a:endParaRPr>
          </a:p>
          <a:p>
            <a:r>
              <a:rPr lang="zh-CN" altLang="en-US" sz="2000" dirty="0">
                <a:ln w="0"/>
                <a:effectLst>
                  <a:outerShdw blurRad="38100" dist="19050" dir="2700000" algn="tl" rotWithShape="0">
                    <a:schemeClr val="dk1">
                      <a:alpha val="40000"/>
                    </a:schemeClr>
                  </a:outerShdw>
                </a:effectLst>
              </a:rPr>
              <a:t>参考：</a:t>
            </a:r>
            <a:endParaRPr lang="en-US" altLang="zh-CN" sz="2000" dirty="0">
              <a:ln w="0"/>
              <a:effectLst>
                <a:outerShdw blurRad="38100" dist="19050" dir="2700000" algn="tl" rotWithShape="0">
                  <a:schemeClr val="dk1">
                    <a:alpha val="40000"/>
                  </a:schemeClr>
                </a:outerShdw>
              </a:effectLst>
            </a:endParaRPr>
          </a:p>
          <a:p>
            <a:pPr marL="342900" indent="-342900">
              <a:buFont typeface="Arial" panose="020B0604020202020204" pitchFamily="34" charset="0"/>
              <a:buChar char="•"/>
            </a:pPr>
            <a:r>
              <a:rPr lang="en-US" altLang="zh-CN" sz="2000" b="0" cap="none" spc="0" dirty="0">
                <a:ln w="0"/>
                <a:solidFill>
                  <a:schemeClr val="tx1"/>
                </a:solidFill>
                <a:effectLst>
                  <a:outerShdw blurRad="38100" dist="19050" dir="2700000" algn="tl" rotWithShape="0">
                    <a:schemeClr val="dk1">
                      <a:alpha val="40000"/>
                    </a:schemeClr>
                  </a:outerShdw>
                </a:effectLst>
                <a:hlinkClick r:id="rId1"/>
              </a:rPr>
              <a:t>https://zhuanlan.zhihu.com/p/679963744</a:t>
            </a:r>
            <a:endParaRPr lang="en-US" altLang="zh-CN" sz="2000" b="0" cap="none" spc="0" dirty="0">
              <a:ln w="0"/>
              <a:solidFill>
                <a:schemeClr val="tx1"/>
              </a:solidFill>
              <a:effectLst>
                <a:outerShdw blurRad="38100" dist="19050" dir="2700000" algn="tl" rotWithShape="0">
                  <a:schemeClr val="dk1">
                    <a:alpha val="40000"/>
                  </a:schemeClr>
                </a:outerShdw>
              </a:effectLs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46608" y="681335"/>
            <a:ext cx="1954382" cy="923330"/>
          </a:xfrm>
          <a:prstGeom prst="rect">
            <a:avLst/>
          </a:prstGeom>
          <a:noFill/>
        </p:spPr>
        <p:txBody>
          <a:bodyPr wrap="none" lIns="91440" tIns="45720" rIns="91440" bIns="45720">
            <a:spAutoFit/>
          </a:bodyPr>
          <a:lstStyle/>
          <a:p>
            <a:pPr algn="ctr"/>
            <a:r>
              <a:rPr lang="zh-CN" alt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问题</a:t>
            </a:r>
            <a:r>
              <a:rPr lang="en-US" altLang="zh-CN"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4</a:t>
            </a:r>
            <a:endParaRPr lang="en-US" altLang="zh-CN"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5" name="矩形 4"/>
          <p:cNvSpPr/>
          <p:nvPr/>
        </p:nvSpPr>
        <p:spPr>
          <a:xfrm>
            <a:off x="723900" y="2980035"/>
            <a:ext cx="10807700" cy="523220"/>
          </a:xfrm>
          <a:prstGeom prst="rect">
            <a:avLst/>
          </a:prstGeom>
          <a:noFill/>
        </p:spPr>
        <p:txBody>
          <a:bodyPr wrap="square" lIns="91440" tIns="45720" rIns="91440" bIns="45720">
            <a:spAutoFit/>
          </a:bodyPr>
          <a:lstStyle/>
          <a:p>
            <a:r>
              <a:rPr lang="en-US" altLang="zh-CN" sz="2800" b="0" cap="none" spc="0" dirty="0">
                <a:ln w="0"/>
                <a:solidFill>
                  <a:schemeClr val="tx1"/>
                </a:solidFill>
                <a:effectLst>
                  <a:outerShdw blurRad="38100" dist="19050" dir="2700000" algn="tl" rotWithShape="0">
                    <a:schemeClr val="dk1">
                      <a:alpha val="40000"/>
                    </a:schemeClr>
                  </a:outerShdw>
                </a:effectLst>
              </a:rPr>
              <a:t>Q</a:t>
            </a:r>
            <a:r>
              <a:rPr lang="zh-CN" altLang="en-US" sz="2800" b="0" cap="none" spc="0" dirty="0">
                <a:ln w="0"/>
                <a:solidFill>
                  <a:schemeClr val="tx1"/>
                </a:solidFill>
                <a:effectLst>
                  <a:outerShdw blurRad="38100" dist="19050" dir="2700000" algn="tl" rotWithShape="0">
                    <a:schemeClr val="dk1">
                      <a:alpha val="40000"/>
                    </a:schemeClr>
                  </a:outerShdw>
                </a:effectLst>
              </a:rPr>
              <a:t>：不会使用</a:t>
            </a:r>
            <a:r>
              <a:rPr lang="en-US" altLang="zh-CN" sz="2800" b="0" cap="none" spc="0" dirty="0" err="1">
                <a:ln w="0"/>
                <a:solidFill>
                  <a:schemeClr val="tx1"/>
                </a:solidFill>
                <a:effectLst>
                  <a:outerShdw blurRad="38100" dist="19050" dir="2700000" algn="tl" rotWithShape="0">
                    <a:schemeClr val="dk1">
                      <a:alpha val="40000"/>
                    </a:schemeClr>
                  </a:outerShdw>
                </a:effectLst>
              </a:rPr>
              <a:t>cgroup</a:t>
            </a:r>
            <a:r>
              <a:rPr lang="zh-CN" altLang="en-US" sz="2800" b="0" cap="none" spc="0" dirty="0">
                <a:ln w="0"/>
                <a:solidFill>
                  <a:schemeClr val="tx1"/>
                </a:solidFill>
                <a:effectLst>
                  <a:outerShdw blurRad="38100" dist="19050" dir="2700000" algn="tl" rotWithShape="0">
                    <a:schemeClr val="dk1">
                      <a:alpha val="40000"/>
                    </a:schemeClr>
                  </a:outerShdw>
                </a:effectLst>
              </a:rPr>
              <a:t>命令，不理解挂载等概念。</a:t>
            </a:r>
            <a:endParaRPr lang="zh-CN"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6" name="矩形 5"/>
          <p:cNvSpPr/>
          <p:nvPr/>
        </p:nvSpPr>
        <p:spPr>
          <a:xfrm>
            <a:off x="723900" y="3576935"/>
            <a:ext cx="10807700" cy="1877437"/>
          </a:xfrm>
          <a:prstGeom prst="rect">
            <a:avLst/>
          </a:prstGeom>
          <a:noFill/>
        </p:spPr>
        <p:txBody>
          <a:bodyPr wrap="square" lIns="91440" tIns="45720" rIns="91440" bIns="45720">
            <a:spAutoFit/>
          </a:bodyPr>
          <a:lstStyle/>
          <a:p>
            <a:r>
              <a:rPr lang="en-US" altLang="zh-CN" sz="2800" b="0" cap="none" spc="0" dirty="0">
                <a:ln w="0"/>
                <a:solidFill>
                  <a:schemeClr val="tx1"/>
                </a:solidFill>
                <a:effectLst>
                  <a:outerShdw blurRad="38100" dist="19050" dir="2700000" algn="tl" rotWithShape="0">
                    <a:schemeClr val="dk1">
                      <a:alpha val="40000"/>
                    </a:schemeClr>
                  </a:outerShdw>
                </a:effectLst>
              </a:rPr>
              <a:t>A</a:t>
            </a:r>
            <a:r>
              <a:rPr lang="zh-CN" altLang="en-US" sz="2800" b="0" cap="none" spc="0" dirty="0">
                <a:ln w="0"/>
                <a:solidFill>
                  <a:schemeClr val="tx1"/>
                </a:solidFill>
                <a:effectLst>
                  <a:outerShdw blurRad="38100" dist="19050" dir="2700000" algn="tl" rotWithShape="0">
                    <a:schemeClr val="dk1">
                      <a:alpha val="40000"/>
                    </a:schemeClr>
                  </a:outerShdw>
                </a:effectLst>
              </a:rPr>
              <a:t>：查找相关教程和解释，然后自行操作。</a:t>
            </a:r>
            <a:endParaRPr lang="en-US" altLang="zh-CN" sz="2800" b="0" cap="none" spc="0" dirty="0">
              <a:ln w="0"/>
              <a:solidFill>
                <a:schemeClr val="tx1"/>
              </a:solidFill>
              <a:effectLst>
                <a:outerShdw blurRad="38100" dist="19050" dir="2700000" algn="tl" rotWithShape="0">
                  <a:schemeClr val="dk1">
                    <a:alpha val="40000"/>
                  </a:schemeClr>
                </a:outerShdw>
              </a:effectLst>
            </a:endParaRPr>
          </a:p>
          <a:p>
            <a:endParaRPr lang="en-US" altLang="zh-CN" sz="2800" b="0" cap="none" spc="0" dirty="0">
              <a:ln w="0"/>
              <a:solidFill>
                <a:schemeClr val="tx1"/>
              </a:solidFill>
              <a:effectLst>
                <a:outerShdw blurRad="38100" dist="19050" dir="2700000" algn="tl" rotWithShape="0">
                  <a:schemeClr val="dk1">
                    <a:alpha val="40000"/>
                  </a:schemeClr>
                </a:outerShdw>
              </a:effectLst>
            </a:endParaRPr>
          </a:p>
          <a:p>
            <a:r>
              <a:rPr lang="zh-CN" altLang="en-US" sz="2000" dirty="0">
                <a:ln w="0"/>
                <a:effectLst>
                  <a:outerShdw blurRad="38100" dist="19050" dir="2700000" algn="tl" rotWithShape="0">
                    <a:schemeClr val="dk1">
                      <a:alpha val="40000"/>
                    </a:schemeClr>
                  </a:outerShdw>
                </a:effectLst>
              </a:rPr>
              <a:t>参考：</a:t>
            </a:r>
            <a:endParaRPr lang="en-US" altLang="zh-CN" sz="2000" dirty="0">
              <a:ln w="0"/>
              <a:effectLst>
                <a:outerShdw blurRad="38100" dist="19050" dir="2700000" algn="tl" rotWithShape="0">
                  <a:schemeClr val="dk1">
                    <a:alpha val="40000"/>
                  </a:schemeClr>
                </a:outerShdw>
              </a:effectLst>
            </a:endParaRPr>
          </a:p>
          <a:p>
            <a:pPr marL="342900" indent="-342900">
              <a:buFont typeface="Arial" panose="020B0604020202020204" pitchFamily="34" charset="0"/>
              <a:buChar char="•"/>
            </a:pPr>
            <a:r>
              <a:rPr lang="en-US" altLang="zh-CN" sz="2000" b="0" cap="none" spc="0" dirty="0">
                <a:ln w="0"/>
                <a:solidFill>
                  <a:schemeClr val="tx1"/>
                </a:solidFill>
                <a:effectLst>
                  <a:outerShdw blurRad="38100" dist="19050" dir="2700000" algn="tl" rotWithShape="0">
                    <a:schemeClr val="dk1">
                      <a:alpha val="40000"/>
                    </a:schemeClr>
                  </a:outerShdw>
                </a:effectLst>
                <a:hlinkClick r:id="rId1"/>
              </a:rPr>
              <a:t>https://icloudnative.io/posts/understanding-cgroups-part-1-basics/</a:t>
            </a:r>
            <a:endParaRPr lang="en-US" altLang="zh-CN" sz="2000" b="0" cap="none" spc="0" dirty="0">
              <a:ln w="0"/>
              <a:solidFill>
                <a:schemeClr val="tx1"/>
              </a:solidFill>
              <a:effectLst>
                <a:outerShdw blurRad="38100" dist="19050" dir="2700000" algn="tl" rotWithShape="0">
                  <a:schemeClr val="dk1">
                    <a:alpha val="40000"/>
                  </a:schemeClr>
                </a:outerShdw>
              </a:effectLst>
            </a:endParaRPr>
          </a:p>
          <a:p>
            <a:pPr marL="342900" indent="-342900">
              <a:buFont typeface="Arial" panose="020B0604020202020204" pitchFamily="34" charset="0"/>
              <a:buChar char="•"/>
            </a:pPr>
            <a:r>
              <a:rPr lang="en-US" altLang="zh-CN" sz="2000" b="0" cap="none" spc="0" dirty="0">
                <a:ln w="0"/>
                <a:solidFill>
                  <a:schemeClr val="tx1"/>
                </a:solidFill>
                <a:effectLst>
                  <a:outerShdw blurRad="38100" dist="19050" dir="2700000" algn="tl" rotWithShape="0">
                    <a:schemeClr val="dk1">
                      <a:alpha val="40000"/>
                    </a:schemeClr>
                  </a:outerShdw>
                </a:effectLst>
                <a:hlinkClick r:id="rId2"/>
              </a:rPr>
              <a:t>https://www.cnblogs.com/cangqinglang/p/12170828.html</a:t>
            </a:r>
            <a:endParaRPr lang="en-US" altLang="zh-CN" sz="2000" dirty="0">
              <a:ln w="0"/>
              <a:effectLst>
                <a:outerShdw blurRad="38100" dist="19050" dir="2700000" algn="tl" rotWithShape="0">
                  <a:schemeClr val="dk1">
                    <a:alpha val="40000"/>
                  </a:schemeClr>
                </a:outerShdw>
              </a:effectLs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770919" y="636885"/>
            <a:ext cx="1569660" cy="923330"/>
          </a:xfrm>
          <a:prstGeom prst="rect">
            <a:avLst/>
          </a:prstGeom>
          <a:noFill/>
        </p:spPr>
        <p:txBody>
          <a:bodyPr wrap="none" lIns="91440" tIns="45720" rIns="91440" bIns="45720">
            <a:spAutoFit/>
          </a:bodyPr>
          <a:lstStyle/>
          <a:p>
            <a:pPr algn="ctr"/>
            <a:r>
              <a:rPr lang="zh-CN" alt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总结</a:t>
            </a:r>
            <a:endParaRPr lang="zh-CN" alt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
        <p:nvSpPr>
          <p:cNvPr id="6" name="矩形 5"/>
          <p:cNvSpPr/>
          <p:nvPr/>
        </p:nvSpPr>
        <p:spPr>
          <a:xfrm>
            <a:off x="6351652" y="1748135"/>
            <a:ext cx="5637148" cy="4192430"/>
          </a:xfrm>
          <a:prstGeom prst="rect">
            <a:avLst/>
          </a:prstGeom>
          <a:noFill/>
        </p:spPr>
        <p:txBody>
          <a:bodyPr wrap="square" lIns="91440" tIns="45720" rIns="91440" bIns="45720">
            <a:spAutoFit/>
          </a:bodyPr>
          <a:lstStyle/>
          <a:p>
            <a:pPr>
              <a:lnSpc>
                <a:spcPct val="150000"/>
              </a:lnSpc>
            </a:pPr>
            <a:r>
              <a:rPr lang="zh-CN" altLang="en-US" sz="2000" dirty="0">
                <a:ln w="0"/>
                <a:effectLst>
                  <a:outerShdw blurRad="38100" dist="19050" dir="2700000" algn="tl" rotWithShape="0">
                    <a:schemeClr val="dk1">
                      <a:alpha val="40000"/>
                    </a:schemeClr>
                  </a:outerShdw>
                </a:effectLst>
              </a:rPr>
              <a:t>主要问题存在于对操作</a:t>
            </a:r>
            <a:r>
              <a:rPr lang="en-US" altLang="zh-CN" sz="2000" dirty="0" err="1">
                <a:ln w="0"/>
                <a:effectLst>
                  <a:outerShdw blurRad="38100" dist="19050" dir="2700000" algn="tl" rotWithShape="0">
                    <a:schemeClr val="dk1">
                      <a:alpha val="40000"/>
                    </a:schemeClr>
                  </a:outerShdw>
                </a:effectLst>
              </a:rPr>
              <a:t>openeuler</a:t>
            </a:r>
            <a:r>
              <a:rPr lang="zh-CN" altLang="en-US" sz="2000" dirty="0">
                <a:ln w="0"/>
                <a:effectLst>
                  <a:outerShdw blurRad="38100" dist="19050" dir="2700000" algn="tl" rotWithShape="0">
                    <a:schemeClr val="dk1">
                      <a:alpha val="40000"/>
                    </a:schemeClr>
                  </a:outerShdw>
                </a:effectLst>
              </a:rPr>
              <a:t>操作系统的各类命令以及相关依赖库不了解，因此对于实验过程并不清晰，不理解操作的意义。</a:t>
            </a:r>
            <a:endParaRPr lang="en-US" altLang="zh-CN" sz="2000" dirty="0">
              <a:ln w="0"/>
              <a:effectLst>
                <a:outerShdw blurRad="38100" dist="19050" dir="2700000" algn="tl" rotWithShape="0">
                  <a:schemeClr val="dk1">
                    <a:alpha val="40000"/>
                  </a:schemeClr>
                </a:outerShdw>
              </a:effectLst>
            </a:endParaRPr>
          </a:p>
          <a:p>
            <a:pPr>
              <a:lnSpc>
                <a:spcPct val="150000"/>
              </a:lnSpc>
            </a:pPr>
            <a:r>
              <a:rPr lang="zh-CN" altLang="en-US" sz="2000" dirty="0">
                <a:ln w="0"/>
                <a:effectLst>
                  <a:outerShdw blurRad="38100" dist="19050" dir="2700000" algn="tl" rotWithShape="0">
                    <a:schemeClr val="dk1">
                      <a:alpha val="40000"/>
                    </a:schemeClr>
                  </a:outerShdw>
                </a:effectLst>
              </a:rPr>
              <a:t>幸而在通过上网查找各类资料后，这些问题都得以解决，实验也看起来更加清晰更好理解。</a:t>
            </a:r>
            <a:endParaRPr lang="en-US" altLang="zh-CN" sz="2000" dirty="0">
              <a:ln w="0"/>
              <a:effectLst>
                <a:outerShdw blurRad="38100" dist="19050" dir="2700000" algn="tl" rotWithShape="0">
                  <a:schemeClr val="dk1">
                    <a:alpha val="40000"/>
                  </a:schemeClr>
                </a:outerShdw>
              </a:effectLst>
            </a:endParaRPr>
          </a:p>
          <a:p>
            <a:pPr>
              <a:lnSpc>
                <a:spcPct val="150000"/>
              </a:lnSpc>
            </a:pPr>
            <a:r>
              <a:rPr lang="zh-CN" altLang="en-US" sz="2000" b="0" cap="none" spc="0" dirty="0">
                <a:ln w="0"/>
                <a:solidFill>
                  <a:schemeClr val="tx1"/>
                </a:solidFill>
                <a:effectLst>
                  <a:outerShdw blurRad="38100" dist="19050" dir="2700000" algn="tl" rotWithShape="0">
                    <a:schemeClr val="dk1">
                      <a:alpha val="40000"/>
                    </a:schemeClr>
                  </a:outerShdw>
                </a:effectLst>
              </a:rPr>
              <a:t>本次实验中遇到的问题帮助我更好地了解了操作系统实操的相关操作方式，加深了对内存模块编程等技术的理解与掌握，加强了通过查找等方式自我解决问题的能力，使我受益匪浅。</a:t>
            </a:r>
            <a:endParaRPr lang="zh-CN" altLang="en-US" sz="2000" b="0" cap="none" spc="0" dirty="0">
              <a:ln w="0"/>
              <a:solidFill>
                <a:schemeClr val="tx1"/>
              </a:solidFill>
              <a:effectLst>
                <a:outerShdw blurRad="38100" dist="19050" dir="2700000" algn="tl" rotWithShape="0">
                  <a:schemeClr val="dk1">
                    <a:alpha val="40000"/>
                  </a:schemeClr>
                </a:outerShdw>
              </a:effectLst>
            </a:endParaRPr>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397750" y="336550"/>
            <a:ext cx="4267200" cy="1066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PLUS-V2-a18adb86-5929-4bf5-a1c6-bcf101f86030">
  <a:themeElements>
    <a:clrScheme name="自定义 26">
      <a:dk1>
        <a:srgbClr val="000000"/>
      </a:dk1>
      <a:lt1>
        <a:srgbClr val="FFFFFF"/>
      </a:lt1>
      <a:dk2>
        <a:srgbClr val="778495"/>
      </a:dk2>
      <a:lt2>
        <a:srgbClr val="F0F0F0"/>
      </a:lt2>
      <a:accent1>
        <a:srgbClr val="698FCE"/>
      </a:accent1>
      <a:accent2>
        <a:srgbClr val="969EC2"/>
      </a:accent2>
      <a:accent3>
        <a:srgbClr val="85C2BC"/>
      </a:accent3>
      <a:accent4>
        <a:srgbClr val="FAD25F"/>
      </a:accent4>
      <a:accent5>
        <a:srgbClr val="99CAE6"/>
      </a:accent5>
      <a:accent6>
        <a:srgbClr val="8491CB"/>
      </a:accent6>
      <a:hlink>
        <a:srgbClr val="7DC8EB"/>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923</Words>
  <Application>WPS 演示</Application>
  <PresentationFormat>宽屏</PresentationFormat>
  <Paragraphs>51</Paragraphs>
  <Slides>6</Slides>
  <Notes>0</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6</vt:i4>
      </vt:variant>
    </vt:vector>
  </HeadingPairs>
  <TitlesOfParts>
    <vt:vector size="14" baseType="lpstr">
      <vt:lpstr>Arial</vt:lpstr>
      <vt:lpstr>宋体</vt:lpstr>
      <vt:lpstr>Wingdings</vt:lpstr>
      <vt:lpstr>微软雅黑</vt:lpstr>
      <vt:lpstr>Arial Unicode MS</vt:lpstr>
      <vt:lpstr>等线</vt:lpstr>
      <vt:lpstr>1_Office 主题​​</vt:lpstr>
      <vt:lpstr>OfficePLUS-V2-a18adb86-5929-4bf5-a1c6-bcf101f86030</vt:lpstr>
      <vt:lpstr>OS实验2——OpenEuler</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子涵 窦</dc:creator>
  <cp:lastModifiedBy>Insomnia.</cp:lastModifiedBy>
  <cp:revision>12</cp:revision>
  <dcterms:created xsi:type="dcterms:W3CDTF">2025-05-18T04:47:00Z</dcterms:created>
  <dcterms:modified xsi:type="dcterms:W3CDTF">2025-06-22T01:52:40Z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22AA49B7B3764C67BF8682069F3E64B9_12</vt:lpwstr>
  </property>
  <property fmtid="{D5CDD505-2E9C-101B-9397-08002B2CF9AE}" pid="3" name="KSOProductBuildVer">
    <vt:lpwstr>2052-12.1.0.21541</vt:lpwstr>
  </property>
</Properties>
</file>